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3" r:id="rId4"/>
  </p:sldMasterIdLst>
  <p:notesMasterIdLst>
    <p:notesMasterId r:id="rId14"/>
  </p:notesMasterIdLst>
  <p:handoutMasterIdLst>
    <p:handoutMasterId r:id="rId15"/>
  </p:handoutMasterIdLst>
  <p:sldIdLst>
    <p:sldId id="258" r:id="rId5"/>
    <p:sldId id="259" r:id="rId6"/>
    <p:sldId id="260" r:id="rId7"/>
    <p:sldId id="261" r:id="rId8"/>
    <p:sldId id="262" r:id="rId9"/>
    <p:sldId id="263" r:id="rId10"/>
    <p:sldId id="264"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D05817-5A81-4A9C-8F5D-E31B6696698C}" v="3" dt="2026-07-15T10:15:48.8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30"/>
  </p:normalViewPr>
  <p:slideViewPr>
    <p:cSldViewPr showGuides="1">
      <p:cViewPr varScale="1">
        <p:scale>
          <a:sx n="97" d="100"/>
          <a:sy n="97" d="100"/>
        </p:scale>
        <p:origin x="1110" y="78"/>
      </p:cViewPr>
      <p:guideLst>
        <p:guide orient="horz" pos="2160"/>
        <p:guide pos="3840"/>
      </p:guideLst>
    </p:cSldViewPr>
  </p:slideViewPr>
  <p:notesTextViewPr>
    <p:cViewPr>
      <p:scale>
        <a:sx n="1" d="1"/>
        <a:sy n="1" d="1"/>
      </p:scale>
      <p:origin x="0" y="0"/>
    </p:cViewPr>
  </p:notesTextViewPr>
  <p:sorterViewPr>
    <p:cViewPr>
      <p:scale>
        <a:sx n="100" d="100"/>
        <a:sy n="100" d="100"/>
      </p:scale>
      <p:origin x="0" y="-21892"/>
    </p:cViewPr>
  </p:sorterViewPr>
  <p:notesViewPr>
    <p:cSldViewPr>
      <p:cViewPr varScale="1">
        <p:scale>
          <a:sx n="90" d="100"/>
          <a:sy n="90" d="100"/>
        </p:scale>
        <p:origin x="2920" y="21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tekani Tredah Masingi" userId="5214df4f-a000-45d9-9f49-632f97ba648a" providerId="ADAL" clId="{1C1C1922-5351-4700-A339-7EAB0A18B7E3}"/>
    <pc:docChg chg="undo custSel addSld modSld">
      <pc:chgData name="Hitekani Tredah Masingi" userId="5214df4f-a000-45d9-9f49-632f97ba648a" providerId="ADAL" clId="{1C1C1922-5351-4700-A339-7EAB0A18B7E3}" dt="2026-07-15T10:17:30.977" v="206" actId="20577"/>
      <pc:docMkLst>
        <pc:docMk/>
      </pc:docMkLst>
      <pc:sldChg chg="addSp delSp modSp mod modClrScheme chgLayout">
        <pc:chgData name="Hitekani Tredah Masingi" userId="5214df4f-a000-45d9-9f49-632f97ba648a" providerId="ADAL" clId="{1C1C1922-5351-4700-A339-7EAB0A18B7E3}" dt="2026-07-15T10:15:17.599" v="127" actId="20577"/>
        <pc:sldMkLst>
          <pc:docMk/>
          <pc:sldMk cId="1976620935" sldId="264"/>
        </pc:sldMkLst>
        <pc:spChg chg="mod ord">
          <ac:chgData name="Hitekani Tredah Masingi" userId="5214df4f-a000-45d9-9f49-632f97ba648a" providerId="ADAL" clId="{1C1C1922-5351-4700-A339-7EAB0A18B7E3}" dt="2026-07-15T10:15:17.599" v="127" actId="20577"/>
          <ac:spMkLst>
            <pc:docMk/>
            <pc:sldMk cId="1976620935" sldId="264"/>
            <ac:spMk id="2" creationId="{029304FC-48C8-CB93-6211-8483B5CFBFD0}"/>
          </ac:spMkLst>
        </pc:spChg>
        <pc:spChg chg="del">
          <ac:chgData name="Hitekani Tredah Masingi" userId="5214df4f-a000-45d9-9f49-632f97ba648a" providerId="ADAL" clId="{1C1C1922-5351-4700-A339-7EAB0A18B7E3}" dt="2026-07-15T08:31:50.624" v="25" actId="26606"/>
          <ac:spMkLst>
            <pc:docMk/>
            <pc:sldMk cId="1976620935" sldId="264"/>
            <ac:spMk id="3" creationId="{859CB8C4-81DC-0E5C-48F0-3515570ACD69}"/>
          </ac:spMkLst>
        </pc:spChg>
        <pc:spChg chg="del">
          <ac:chgData name="Hitekani Tredah Masingi" userId="5214df4f-a000-45d9-9f49-632f97ba648a" providerId="ADAL" clId="{1C1C1922-5351-4700-A339-7EAB0A18B7E3}" dt="2026-07-15T08:31:13.413" v="21" actId="931"/>
          <ac:spMkLst>
            <pc:docMk/>
            <pc:sldMk cId="1976620935" sldId="264"/>
            <ac:spMk id="4" creationId="{1811DA78-D298-D1A0-6E48-70CF44E82E7B}"/>
          </ac:spMkLst>
        </pc:spChg>
        <pc:spChg chg="add del mod">
          <ac:chgData name="Hitekani Tredah Masingi" userId="5214df4f-a000-45d9-9f49-632f97ba648a" providerId="ADAL" clId="{1C1C1922-5351-4700-A339-7EAB0A18B7E3}" dt="2026-07-15T08:31:45.537" v="24" actId="931"/>
          <ac:spMkLst>
            <pc:docMk/>
            <pc:sldMk cId="1976620935" sldId="264"/>
            <ac:spMk id="8" creationId="{56F1400F-A9CF-E886-5956-B2B4042B8C95}"/>
          </ac:spMkLst>
        </pc:spChg>
        <pc:spChg chg="add del mod">
          <ac:chgData name="Hitekani Tredah Masingi" userId="5214df4f-a000-45d9-9f49-632f97ba648a" providerId="ADAL" clId="{1C1C1922-5351-4700-A339-7EAB0A18B7E3}" dt="2026-07-15T08:32:24.883" v="27" actId="931"/>
          <ac:spMkLst>
            <pc:docMk/>
            <pc:sldMk cId="1976620935" sldId="264"/>
            <ac:spMk id="12" creationId="{466AED08-D3A4-3978-51B7-9F92C77F1689}"/>
          </ac:spMkLst>
        </pc:spChg>
        <pc:spChg chg="add del mod">
          <ac:chgData name="Hitekani Tredah Masingi" userId="5214df4f-a000-45d9-9f49-632f97ba648a" providerId="ADAL" clId="{1C1C1922-5351-4700-A339-7EAB0A18B7E3}" dt="2026-07-15T08:32:41.763" v="33" actId="26606"/>
          <ac:spMkLst>
            <pc:docMk/>
            <pc:sldMk cId="1976620935" sldId="264"/>
            <ac:spMk id="15" creationId="{2E251CCB-9D4F-FC31-7506-BA638BF0F532}"/>
          </ac:spMkLst>
        </pc:spChg>
        <pc:spChg chg="add mod">
          <ac:chgData name="Hitekani Tredah Masingi" userId="5214df4f-a000-45d9-9f49-632f97ba648a" providerId="ADAL" clId="{1C1C1922-5351-4700-A339-7EAB0A18B7E3}" dt="2026-07-15T10:14:53.247" v="114" actId="14100"/>
          <ac:spMkLst>
            <pc:docMk/>
            <pc:sldMk cId="1976620935" sldId="264"/>
            <ac:spMk id="19" creationId="{E2711CF9-2445-2387-2D66-9B8D9DE8EAB2}"/>
          </ac:spMkLst>
        </pc:spChg>
        <pc:picChg chg="add del mod ord">
          <ac:chgData name="Hitekani Tredah Masingi" userId="5214df4f-a000-45d9-9f49-632f97ba648a" providerId="ADAL" clId="{1C1C1922-5351-4700-A339-7EAB0A18B7E3}" dt="2026-07-15T08:31:27.594" v="23" actId="21"/>
          <ac:picMkLst>
            <pc:docMk/>
            <pc:sldMk cId="1976620935" sldId="264"/>
            <ac:picMk id="6" creationId="{226F429E-7E93-0913-2804-6E8F7CFF1F81}"/>
          </ac:picMkLst>
        </pc:picChg>
        <pc:picChg chg="add del mod ord">
          <ac:chgData name="Hitekani Tredah Masingi" userId="5214df4f-a000-45d9-9f49-632f97ba648a" providerId="ADAL" clId="{1C1C1922-5351-4700-A339-7EAB0A18B7E3}" dt="2026-07-15T08:31:57.014" v="26" actId="21"/>
          <ac:picMkLst>
            <pc:docMk/>
            <pc:sldMk cId="1976620935" sldId="264"/>
            <ac:picMk id="10" creationId="{0EDFAE42-4E2A-A6F6-A4E3-2EA08092B22B}"/>
          </ac:picMkLst>
        </pc:picChg>
        <pc:picChg chg="add mod ord">
          <ac:chgData name="Hitekani Tredah Masingi" userId="5214df4f-a000-45d9-9f49-632f97ba648a" providerId="ADAL" clId="{1C1C1922-5351-4700-A339-7EAB0A18B7E3}" dt="2026-07-15T08:43:44.265" v="40" actId="26606"/>
          <ac:picMkLst>
            <pc:docMk/>
            <pc:sldMk cId="1976620935" sldId="264"/>
            <ac:picMk id="14" creationId="{D25B3BBE-9CD8-CA59-2A8A-AD7D0693B30C}"/>
          </ac:picMkLst>
        </pc:picChg>
      </pc:sldChg>
      <pc:sldChg chg="modSp new mod">
        <pc:chgData name="Hitekani Tredah Masingi" userId="5214df4f-a000-45d9-9f49-632f97ba648a" providerId="ADAL" clId="{1C1C1922-5351-4700-A339-7EAB0A18B7E3}" dt="2026-07-15T10:15:58.415" v="140" actId="1076"/>
        <pc:sldMkLst>
          <pc:docMk/>
          <pc:sldMk cId="3191407783" sldId="265"/>
        </pc:sldMkLst>
        <pc:spChg chg="mod">
          <ac:chgData name="Hitekani Tredah Masingi" userId="5214df4f-a000-45d9-9f49-632f97ba648a" providerId="ADAL" clId="{1C1C1922-5351-4700-A339-7EAB0A18B7E3}" dt="2026-07-15T10:15:54.443" v="139" actId="14100"/>
          <ac:spMkLst>
            <pc:docMk/>
            <pc:sldMk cId="3191407783" sldId="265"/>
            <ac:spMk id="2" creationId="{63B69B70-A591-800D-39D2-CB1BE38C96D3}"/>
          </ac:spMkLst>
        </pc:spChg>
        <pc:spChg chg="mod">
          <ac:chgData name="Hitekani Tredah Masingi" userId="5214df4f-a000-45d9-9f49-632f97ba648a" providerId="ADAL" clId="{1C1C1922-5351-4700-A339-7EAB0A18B7E3}" dt="2026-07-15T10:15:58.415" v="140" actId="1076"/>
          <ac:spMkLst>
            <pc:docMk/>
            <pc:sldMk cId="3191407783" sldId="265"/>
            <ac:spMk id="3" creationId="{4023328D-56EC-E15E-A403-B17941D95A1D}"/>
          </ac:spMkLst>
        </pc:spChg>
      </pc:sldChg>
      <pc:sldChg chg="modSp new mod">
        <pc:chgData name="Hitekani Tredah Masingi" userId="5214df4f-a000-45d9-9f49-632f97ba648a" providerId="ADAL" clId="{1C1C1922-5351-4700-A339-7EAB0A18B7E3}" dt="2026-07-15T10:17:30.977" v="206" actId="20577"/>
        <pc:sldMkLst>
          <pc:docMk/>
          <pc:sldMk cId="3793947781" sldId="266"/>
        </pc:sldMkLst>
        <pc:spChg chg="mod">
          <ac:chgData name="Hitekani Tredah Masingi" userId="5214df4f-a000-45d9-9f49-632f97ba648a" providerId="ADAL" clId="{1C1C1922-5351-4700-A339-7EAB0A18B7E3}" dt="2026-07-15T10:17:30.977" v="206" actId="20577"/>
          <ac:spMkLst>
            <pc:docMk/>
            <pc:sldMk cId="3793947781" sldId="266"/>
            <ac:spMk id="2" creationId="{DEEA951D-D941-30C6-1093-FD4777DF32EB}"/>
          </ac:spMkLst>
        </pc:spChg>
        <pc:spChg chg="mod">
          <ac:chgData name="Hitekani Tredah Masingi" userId="5214df4f-a000-45d9-9f49-632f97ba648a" providerId="ADAL" clId="{1C1C1922-5351-4700-A339-7EAB0A18B7E3}" dt="2026-07-15T10:16:58.865" v="184" actId="20577"/>
          <ac:spMkLst>
            <pc:docMk/>
            <pc:sldMk cId="3793947781" sldId="266"/>
            <ac:spMk id="3" creationId="{015E5652-C366-7F81-5C5C-00804E2B6E4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7/15/2026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7/15/2026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1366932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endParaRPr lang="en-US" dirty="0"/>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E5F44E88-89D9-49CC-9E37-1AF77A031198}" type="datetime1">
              <a:rPr lang="en-US" smtClean="0"/>
              <a:t>7/15/2026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36651502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AC2C24E-B95E-481D-968E-0BDCFC72F656}" type="datetime1">
              <a:rPr lang="en-US" smtClean="0"/>
              <a:t>7/15/2026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64317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endParaRPr lang="en-US" dirty="0"/>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3093852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83DFFD80-41C6-4EAA-B049-EE90EA550127}" type="datetime1">
              <a:rPr lang="en-US" smtClean="0"/>
              <a:t>7/15/2026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44210B3C-79E3-495A-B2C3-EF766F409D04}" type="datetime1">
              <a:rPr lang="en-US" smtClean="0"/>
              <a:t>7/15/2026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dirty="0"/>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D6235515-DA3D-4D9A-9B02-44E2CBD9110F}" type="datetime1">
              <a:rPr lang="en-US" smtClean="0"/>
              <a:t>7/15/2026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dirty="0"/>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852BD0B2-E7A7-4B81-8BAF-4B92BD6A4310}" type="datetime1">
              <a:rPr lang="en-US" smtClean="0"/>
              <a:t>7/15/2026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A0E657DB-59AB-47CC-B4C7-A245A3C76BB1}" type="datetime1">
              <a:rPr lang="en-US" smtClean="0"/>
              <a:t>7/15/2026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endParaRPr lang="en-US" dirty="0"/>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1415DC98-F527-4737-A5B9-3597210FA2F7}" type="datetime1">
              <a:rPr lang="en-US" smtClean="0"/>
              <a:t>7/15/2026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046496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B2188889-44B4-42BD-84DC-2D1A93FD44C7}" type="datetime1">
              <a:rPr lang="en-US" smtClean="0"/>
              <a:t>7/15/2026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48995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b">
            <a:no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96A40708-E793-490B-9201-425C8D1F325C}" type="datetime1">
              <a:rPr lang="en-US" smtClean="0"/>
              <a:t>7/15/2026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dirty="0"/>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C1968991-530B-4F8D-80FE-2192BD2DD5A5}" type="datetime1">
              <a:rPr lang="en-US" smtClean="0"/>
              <a:t>7/15/2026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C23477E6-5CE8-4544-92C7-AEB7D166FD7D}" type="datetime1">
              <a:rPr lang="en-US" smtClean="0"/>
              <a:t>7/15/2026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63EB29E-E91D-4BC9-BE3F-394F6FDC9AC7}" type="datetime1">
              <a:rPr lang="en-US" smtClean="0"/>
              <a:t>7/15/2026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extLst>
      <p:ext uri="{BB962C8B-B14F-4D97-AF65-F5344CB8AC3E}">
        <p14:creationId xmlns:p14="http://schemas.microsoft.com/office/powerpoint/2010/main" val="3170403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BAD7DA-2107-4637-8C8D-3B775970879B}" type="datetime1">
              <a:rPr lang="en-US" smtClean="0"/>
              <a:t>7/15/2026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80466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659F5542-E2F9-4DC1-8AB7-8E5D8714BD21}" type="datetime1">
              <a:rPr lang="en-US" smtClean="0"/>
              <a:t>7/15/2026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4597AFA7-1C4B-4AAF-9FD8-61D1DA4C999A}" type="datetime1">
              <a:rPr lang="en-US" smtClean="0"/>
              <a:t>7/15/2026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83167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EF5F7DF4-8BE0-4832-9230-78DDDEC4B6DD}" type="datetime1">
              <a:rPr lang="en-US" smtClean="0"/>
              <a:t>7/15/2026</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60893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DD3D21CC-B9C8-49F6-ADE7-6BF4A546A74E}" type="datetime1">
              <a:rPr lang="en-US" smtClean="0"/>
              <a:t>7/15/2026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dirty="0"/>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Tree>
    <p:extLst>
      <p:ext uri="{BB962C8B-B14F-4D97-AF65-F5344CB8AC3E}">
        <p14:creationId xmlns:p14="http://schemas.microsoft.com/office/powerpoint/2010/main" val="3498542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endParaRPr lang="en-US" dirty="0"/>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40723AE1-14A9-42B1-9F02-B524DA830762}" type="datetime1">
              <a:rPr lang="en-US" smtClean="0"/>
              <a:t>7/15/2026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C1166B1E-1AFA-4A7F-9646-409FBAA0A887}" type="datetime1">
              <a:rPr lang="en-US" smtClean="0"/>
              <a:t>7/15/2026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236223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F2240801-1142-4411-9AA3-00BC0B3F40DA}" type="datetime1">
              <a:rPr lang="en-US" smtClean="0"/>
              <a:t>7/15/2026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7CFA9782-9FBA-47E1-A36A-E75622F7046E}" type="datetime1">
              <a:rPr lang="en-US" smtClean="0"/>
              <a:t>7/15/2026</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947045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AA28231D-ABE1-4859-B037-5D42FA8F4858}" type="datetime1">
              <a:rPr lang="en-US" smtClean="0"/>
              <a:t>7/15/2026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1844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endParaRPr lang="en-US" dirty="0"/>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AAA916C4-9175-479B-9610-7E06A2EDFEE0}" type="datetime1">
              <a:rPr lang="en-US" smtClean="0"/>
              <a:t>7/15/2026</a:t>
            </a:fld>
            <a:endParaRPr lang="en-US" dirty="0"/>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181964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71AD2788-6390-4160-9542-0F1C554F0165}" type="datetime1">
              <a:rPr lang="en-US" smtClean="0"/>
              <a:t>7/15/2026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endParaRPr lang="en-US" dirty="0"/>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C6E6CDFB-328D-4B9A-B955-967B0C6194A8}" type="datetime1">
              <a:rPr lang="en-US" smtClean="0"/>
              <a:t>7/15/2026</a:t>
            </a:fld>
            <a:endParaRPr lang="en-US" dirty="0"/>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42611547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A994DB4-9653-4FD4-8A14-5DAFB68B0E92}" type="datetime1">
              <a:rPr lang="en-US" smtClean="0"/>
              <a:t>7/15/2026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BECFC22-7333-427C-A7BB-2A423772B9A0}" type="datetime1">
              <a:rPr lang="en-US" smtClean="0"/>
              <a:t>7/15/2026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B78D85C6-8657-43F4-BE68-8F80962A5435}" type="datetime1">
              <a:rPr lang="en-US" smtClean="0"/>
              <a:t>7/15/2026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42076729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r>
              <a:rPr lang="en-US"/>
              <a:t>Click icon to add picture</a:t>
            </a:r>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59D65A6B-59CD-4A95-97A1-5003425BCE52}" type="datetime1">
              <a:rPr lang="en-US" smtClean="0"/>
              <a:t>7/15/2026</a:t>
            </a:fld>
            <a:endParaRPr lang="en-US" dirty="0"/>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endParaRPr lang="en-US" dirty="0"/>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r>
              <a:rPr lang="en-US"/>
              <a:t>Click icon to add picture</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AEBE612C-E459-4252-B286-C98BDF4C5E92}" type="datetime1">
              <a:rPr lang="en-US" smtClean="0"/>
              <a:t>7/15/2026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184242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endParaRPr lang="en-US" dirty="0"/>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D8568ADA-B78D-4076-A9DF-6C8E04B71243}" type="datetime1">
              <a:rPr lang="en-US" smtClean="0"/>
              <a:t>7/15/2026</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E3ED234F-BBE0-48A3-AC31-D10A1F3BC187}" type="datetime1">
              <a:rPr lang="en-US" smtClean="0"/>
              <a:t>7/15/2026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97962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AA0D3809-2B53-482D-AD1B-8B09C4B2656C}" type="datetime1">
              <a:rPr lang="en-US" smtClean="0"/>
              <a:t>7/15/2026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154F04C1-B149-48D4-90B8-E64820B32F59}" type="datetime1">
              <a:rPr lang="en-US" smtClean="0"/>
              <a:t>7/15/2026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endParaRPr lang="en-US" dirty="0"/>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81AED7B4-8DB4-40B0-90CF-49D3708442C0}" type="datetime1">
              <a:rPr lang="en-US" smtClean="0"/>
              <a:t>7/15/2026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F861E720-2EA4-4832-8DC2-DC3D2BDBB07C}" type="datetime1">
              <a:rPr lang="en-US" smtClean="0"/>
              <a:t>7/15/2026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AB608D6C-D0F1-479F-911E-8569D2F1ED15}" type="datetime1">
              <a:rPr lang="en-US" smtClean="0"/>
              <a:t>7/15/2026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5111278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CBCFCC67-CBC1-48BE-A467-33E284003C9C}" type="datetime1">
              <a:rPr lang="en-US" smtClean="0"/>
              <a:t>7/15/2026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9455163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3BF01E07-9F97-42AE-9FE9-3EAD856BDB2A}" type="datetime1">
              <a:rPr lang="en-US" smtClean="0"/>
              <a:t>7/15/2026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34B2334-B27F-4DA0-8A92-599603070D6B}" type="datetime1">
              <a:rPr lang="en-US" smtClean="0"/>
              <a:t>7/15/2026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9B8D85F-DE7D-4C09-9BDD-03377313F809}" type="datetime1">
              <a:rPr lang="en-US" smtClean="0"/>
              <a:t>7/15/2026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68CAF44C-1683-44E3-97C5-DF51C69BF7AA}" type="datetime1">
              <a:rPr lang="en-US" smtClean="0"/>
              <a:t>7/15/2026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902439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CD150565-788C-402B-B078-3F96B9A231B8}" type="datetime1">
              <a:rPr lang="en-US" smtClean="0"/>
              <a:t>7/15/2026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D7B20C69-CB4E-44F7-A408-67C55627795C}" type="datetime1">
              <a:rPr lang="en-US" smtClean="0"/>
              <a:t>7/15/2026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A0C8FE45-F91B-4375-B362-4DC6F9A2A304}" type="datetime1">
              <a:rPr lang="en-US" smtClean="0"/>
              <a:t>7/15/2026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259901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3600"/>
            </a:lvl1pPr>
          </a:lstStyle>
          <a:p>
            <a:r>
              <a:rPr lang="en-US"/>
              <a:t>Click to edit Master title style</a:t>
            </a:r>
            <a:endParaRPr lang="en-US" dirty="0"/>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572A1522-8F1E-408E-ABA2-6F5B206582B8}" type="datetime1">
              <a:rPr lang="en-US" smtClean="0"/>
              <a:t>7/15/2026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3E19A776-5AE6-4251-8560-C6066D0B46D6}" type="datetime1">
              <a:rPr lang="en-US" smtClean="0"/>
              <a:t>7/15/2026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95FFA61-E651-4E50-A159-710A5ED7E6FE}" type="datetime1">
              <a:rPr lang="en-US" smtClean="0"/>
              <a:t>7/15/2026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9412058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anchor="b">
            <a:noAutofit/>
          </a:bodyPr>
          <a:lstStyle>
            <a:lvl1pPr>
              <a:defRPr sz="9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8E9E0D87-B7D0-4C2E-BAD1-97A555313A20}" type="datetime1">
              <a:rPr lang="en-US" smtClean="0"/>
              <a:t>7/15/2026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9105364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29814657-813A-4D7B-A2F8-E573BA1645D3}" type="datetime1">
              <a:rPr lang="en-US" smtClean="0"/>
              <a:t>7/15/2026</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89949673"/>
      </p:ext>
    </p:extLst>
  </p:cSld>
  <p:clrMap bg1="lt1" tx1="dk1" bg2="lt2" tx2="dk2" accent1="accent1" accent2="accent2" accent3="accent3" accent4="accent4" accent5="accent5" accent6="accent6" hlink="hlink" folHlink="folHlink"/>
  <p:sldLayoutIdLst>
    <p:sldLayoutId id="2147484119" r:id="rId1"/>
    <p:sldLayoutId id="2147484115" r:id="rId2"/>
    <p:sldLayoutId id="2147484114" r:id="rId3"/>
    <p:sldLayoutId id="2147484116" r:id="rId4"/>
    <p:sldLayoutId id="2147484117" r:id="rId5"/>
    <p:sldLayoutId id="2147484118" r:id="rId6"/>
    <p:sldLayoutId id="2147484120" r:id="rId7"/>
    <p:sldLayoutId id="2147484121" r:id="rId8"/>
    <p:sldLayoutId id="2147484122" r:id="rId9"/>
    <p:sldLayoutId id="2147484169" r:id="rId10"/>
    <p:sldLayoutId id="2147484124" r:id="rId11"/>
    <p:sldLayoutId id="2147484125" r:id="rId12"/>
    <p:sldLayoutId id="2147484126" r:id="rId13"/>
    <p:sldLayoutId id="2147484127" r:id="rId14"/>
    <p:sldLayoutId id="2147484128" r:id="rId15"/>
    <p:sldLayoutId id="2147484129" r:id="rId16"/>
    <p:sldLayoutId id="2147484130" r:id="rId17"/>
    <p:sldLayoutId id="2147484131" r:id="rId18"/>
    <p:sldLayoutId id="2147484132" r:id="rId19"/>
    <p:sldLayoutId id="2147484133" r:id="rId20"/>
    <p:sldLayoutId id="2147484134" r:id="rId21"/>
    <p:sldLayoutId id="2147484135" r:id="rId22"/>
    <p:sldLayoutId id="2147484136" r:id="rId23"/>
    <p:sldLayoutId id="2147484137" r:id="rId24"/>
    <p:sldLayoutId id="2147484138" r:id="rId25"/>
    <p:sldLayoutId id="2147484139" r:id="rId26"/>
    <p:sldLayoutId id="2147484140" r:id="rId27"/>
    <p:sldLayoutId id="2147484141" r:id="rId28"/>
    <p:sldLayoutId id="2147484142" r:id="rId29"/>
    <p:sldLayoutId id="2147484143" r:id="rId30"/>
    <p:sldLayoutId id="2147484144" r:id="rId31"/>
    <p:sldLayoutId id="2147484145" r:id="rId32"/>
    <p:sldLayoutId id="2147484146" r:id="rId33"/>
    <p:sldLayoutId id="2147484147" r:id="rId34"/>
    <p:sldLayoutId id="2147484148" r:id="rId35"/>
    <p:sldLayoutId id="2147484149" r:id="rId36"/>
    <p:sldLayoutId id="2147484150" r:id="rId37"/>
    <p:sldLayoutId id="2147484152" r:id="rId38"/>
    <p:sldLayoutId id="2147484153" r:id="rId39"/>
    <p:sldLayoutId id="2147484157" r:id="rId40"/>
    <p:sldLayoutId id="2147484158" r:id="rId41"/>
    <p:sldLayoutId id="2147484159" r:id="rId42"/>
    <p:sldLayoutId id="2147484160" r:id="rId43"/>
    <p:sldLayoutId id="2147484161" r:id="rId44"/>
    <p:sldLayoutId id="2147484162" r:id="rId45"/>
    <p:sldLayoutId id="2147484163" r:id="rId46"/>
    <p:sldLayoutId id="2147484164" r:id="rId47"/>
    <p:sldLayoutId id="2147484165" r:id="rId48"/>
    <p:sldLayoutId id="2147484166" r:id="rId49"/>
    <p:sldLayoutId id="2147484167" r:id="rId50"/>
    <p:sldLayoutId id="2147484168" r:id="rId51"/>
  </p:sldLayoutIdLst>
  <p:hf sldNum="0" hdr="0" ftr="0" dt="0"/>
  <p:txStyles>
    <p:titleStyle>
      <a:lvl1pPr algn="l" defTabSz="914400" rtl="0" eaLnBrk="1" latinLnBrk="0" hangingPunct="1">
        <a:lnSpc>
          <a:spcPct val="80000"/>
        </a:lnSpc>
        <a:spcBef>
          <a:spcPct val="0"/>
        </a:spcBef>
        <a:buNone/>
        <a:defRPr sz="54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p15:clr>
            <a:srgbClr val="F26B43"/>
          </p15:clr>
        </p15:guide>
        <p15:guide id="28" pos="3840">
          <p15:clr>
            <a:srgbClr val="F26B43"/>
          </p15:clr>
        </p15:guide>
        <p15:guide id="29" pos="7296">
          <p15:clr>
            <a:srgbClr val="F26B43"/>
          </p15:clr>
        </p15:guide>
        <p15:guide id="30"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FF4B6-3F85-6E67-ED81-2124436829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0CBC46-76F5-CB3F-9BF0-DE7BBD3C6643}"/>
              </a:ext>
            </a:extLst>
          </p:cNvPr>
          <p:cNvSpPr>
            <a:spLocks noGrp="1"/>
          </p:cNvSpPr>
          <p:nvPr>
            <p:ph type="ctrTitle"/>
          </p:nvPr>
        </p:nvSpPr>
        <p:spPr/>
        <p:txBody>
          <a:bodyPr>
            <a:noAutofit/>
          </a:bodyPr>
          <a:lstStyle/>
          <a:p>
            <a:r>
              <a:rPr lang="en-US" dirty="0"/>
              <a:t>BRIGHT TV ANALYSIS</a:t>
            </a:r>
          </a:p>
        </p:txBody>
      </p:sp>
      <p:sp>
        <p:nvSpPr>
          <p:cNvPr id="4" name="Subtitle 3">
            <a:extLst>
              <a:ext uri="{FF2B5EF4-FFF2-40B4-BE49-F238E27FC236}">
                <a16:creationId xmlns:a16="http://schemas.microsoft.com/office/drawing/2014/main" id="{5CA5C5AD-7278-E875-15B7-835123AC22E5}"/>
              </a:ext>
            </a:extLst>
          </p:cNvPr>
          <p:cNvSpPr>
            <a:spLocks noGrp="1"/>
          </p:cNvSpPr>
          <p:nvPr>
            <p:ph type="subTitle" idx="1"/>
          </p:nvPr>
        </p:nvSpPr>
        <p:spPr/>
        <p:txBody>
          <a:bodyPr>
            <a:normAutofit/>
          </a:bodyPr>
          <a:lstStyle/>
          <a:p>
            <a:r>
              <a:rPr lang="en-US" dirty="0"/>
              <a:t>Created By : HITEKANI MASINGI</a:t>
            </a:r>
          </a:p>
        </p:txBody>
      </p:sp>
      <p:pic>
        <p:nvPicPr>
          <p:cNvPr id="6" name="Picture Placeholder 5">
            <a:extLst>
              <a:ext uri="{FF2B5EF4-FFF2-40B4-BE49-F238E27FC236}">
                <a16:creationId xmlns:a16="http://schemas.microsoft.com/office/drawing/2014/main" id="{FC5364BB-3993-133D-5B4E-91D67CE9D1C4}"/>
              </a:ext>
            </a:extLst>
          </p:cNvPr>
          <p:cNvPicPr>
            <a:picLocks noGrp="1" noChangeAspect="1"/>
          </p:cNvPicPr>
          <p:nvPr>
            <p:ph type="pic" sz="quarter" idx="17"/>
          </p:nvPr>
        </p:nvPicPr>
        <p:blipFill>
          <a:blip r:embed="rId3">
            <a:extLst>
              <a:ext uri="{28A0092B-C50C-407E-A947-70E740481C1C}">
                <a14:useLocalDpi xmlns:a14="http://schemas.microsoft.com/office/drawing/2010/main" val="0"/>
              </a:ext>
            </a:extLst>
          </a:blip>
          <a:srcRect l="769" r="769"/>
          <a:stretch>
            <a:fillRect/>
          </a:stretch>
        </p:blipFill>
        <p:spPr>
          <a:xfrm>
            <a:off x="0" y="143357"/>
            <a:ext cx="12192000" cy="4114800"/>
          </a:xfrm>
          <a:prstGeom prst="rect">
            <a:avLst/>
          </a:prstGeom>
          <a:blipFill>
            <a:blip r:embed="rId4">
              <a:alphaModFix amt="60000"/>
            </a:blip>
            <a:stretch>
              <a:fillRect/>
            </a:stretch>
          </a:blipFill>
        </p:spPr>
      </p:pic>
    </p:spTree>
    <p:extLst>
      <p:ext uri="{BB962C8B-B14F-4D97-AF65-F5344CB8AC3E}">
        <p14:creationId xmlns:p14="http://schemas.microsoft.com/office/powerpoint/2010/main" val="2812452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D2361-CEFB-694F-A3D0-FB685CE0234C}"/>
              </a:ext>
            </a:extLst>
          </p:cNvPr>
          <p:cNvSpPr>
            <a:spLocks noGrp="1"/>
          </p:cNvSpPr>
          <p:nvPr>
            <p:ph type="title"/>
          </p:nvPr>
        </p:nvSpPr>
        <p:spPr/>
        <p:txBody>
          <a:bodyPr/>
          <a:lstStyle/>
          <a:p>
            <a:pPr algn="ctr"/>
            <a:r>
              <a:rPr lang="en-US" dirty="0"/>
              <a:t>Contents</a:t>
            </a:r>
            <a:endParaRPr lang="en-ZA" dirty="0"/>
          </a:p>
        </p:txBody>
      </p:sp>
      <p:sp>
        <p:nvSpPr>
          <p:cNvPr id="3" name="Content Placeholder 2">
            <a:extLst>
              <a:ext uri="{FF2B5EF4-FFF2-40B4-BE49-F238E27FC236}">
                <a16:creationId xmlns:a16="http://schemas.microsoft.com/office/drawing/2014/main" id="{BD836938-73B0-4197-C559-929C83AA6610}"/>
              </a:ext>
            </a:extLst>
          </p:cNvPr>
          <p:cNvSpPr>
            <a:spLocks noGrp="1"/>
          </p:cNvSpPr>
          <p:nvPr>
            <p:ph idx="1"/>
          </p:nvPr>
        </p:nvSpPr>
        <p:spPr/>
        <p:txBody>
          <a:bodyPr/>
          <a:lstStyle/>
          <a:p>
            <a:pPr marL="342900" indent="-342900">
              <a:buAutoNum type="arabicPeriod"/>
            </a:pPr>
            <a:r>
              <a:rPr lang="en-US" dirty="0"/>
              <a:t>Introduction</a:t>
            </a:r>
          </a:p>
          <a:p>
            <a:pPr marL="342900" indent="-342900">
              <a:buAutoNum type="arabicPeriod"/>
            </a:pPr>
            <a:r>
              <a:rPr lang="en-US" dirty="0"/>
              <a:t>Analysis plan</a:t>
            </a:r>
          </a:p>
          <a:p>
            <a:pPr marL="342900" indent="-342900">
              <a:buAutoNum type="arabicPeriod"/>
            </a:pPr>
            <a:r>
              <a:rPr lang="en-US" dirty="0"/>
              <a:t>Viewership Analysis</a:t>
            </a:r>
          </a:p>
          <a:p>
            <a:pPr marL="342900" indent="-342900">
              <a:buAutoNum type="arabicPeriod"/>
            </a:pPr>
            <a:r>
              <a:rPr lang="en-US" dirty="0"/>
              <a:t>Recommendations and KPI</a:t>
            </a:r>
          </a:p>
          <a:p>
            <a:pPr marL="342900" indent="-342900">
              <a:buAutoNum type="arabicPeriod"/>
            </a:pPr>
            <a:r>
              <a:rPr lang="en-US" dirty="0"/>
              <a:t>Q&amp;A</a:t>
            </a:r>
            <a:endParaRPr lang="en-ZA" dirty="0"/>
          </a:p>
        </p:txBody>
      </p:sp>
    </p:spTree>
    <p:extLst>
      <p:ext uri="{BB962C8B-B14F-4D97-AF65-F5344CB8AC3E}">
        <p14:creationId xmlns:p14="http://schemas.microsoft.com/office/powerpoint/2010/main" val="3257837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015B1-270F-4164-3F39-8BEE84B20711}"/>
              </a:ext>
            </a:extLst>
          </p:cNvPr>
          <p:cNvSpPr>
            <a:spLocks noGrp="1"/>
          </p:cNvSpPr>
          <p:nvPr>
            <p:ph type="title"/>
          </p:nvPr>
        </p:nvSpPr>
        <p:spPr/>
        <p:txBody>
          <a:bodyPr/>
          <a:lstStyle/>
          <a:p>
            <a:r>
              <a:rPr lang="en-US" dirty="0"/>
              <a:t>introduction</a:t>
            </a:r>
            <a:endParaRPr lang="en-ZA" dirty="0"/>
          </a:p>
        </p:txBody>
      </p:sp>
      <p:sp>
        <p:nvSpPr>
          <p:cNvPr id="3" name="Content Placeholder 2">
            <a:extLst>
              <a:ext uri="{FF2B5EF4-FFF2-40B4-BE49-F238E27FC236}">
                <a16:creationId xmlns:a16="http://schemas.microsoft.com/office/drawing/2014/main" id="{BE04A731-E2AE-0699-B949-F7BD578AD9A4}"/>
              </a:ext>
            </a:extLst>
          </p:cNvPr>
          <p:cNvSpPr>
            <a:spLocks noGrp="1"/>
          </p:cNvSpPr>
          <p:nvPr>
            <p:ph idx="1"/>
          </p:nvPr>
        </p:nvSpPr>
        <p:spPr/>
        <p:txBody>
          <a:bodyPr/>
          <a:lstStyle/>
          <a:p>
            <a:r>
              <a:rPr lang="en-ZA" dirty="0"/>
              <a:t>The purpose of this analysis is to help </a:t>
            </a:r>
            <a:r>
              <a:rPr lang="en-ZA" dirty="0" err="1"/>
              <a:t>BrightTV</a:t>
            </a:r>
            <a:r>
              <a:rPr lang="en-ZA" dirty="0"/>
              <a:t> better understand its customers by analysing user demographics, viewing behaviour, and subscription trends. The goal is to identify patterns that can support business growth and improve customer engagement. Ultimately, the CEO wants to use these insights to increase subscriptions, retain more customers, and make informed decisions that strengthen </a:t>
            </a:r>
            <a:r>
              <a:rPr lang="en-ZA" dirty="0" err="1"/>
              <a:t>BrightTV's</a:t>
            </a:r>
            <a:r>
              <a:rPr lang="en-ZA" dirty="0"/>
              <a:t> position in the streaming market</a:t>
            </a:r>
          </a:p>
        </p:txBody>
      </p:sp>
      <p:pic>
        <p:nvPicPr>
          <p:cNvPr id="5" name="Picture 4">
            <a:extLst>
              <a:ext uri="{FF2B5EF4-FFF2-40B4-BE49-F238E27FC236}">
                <a16:creationId xmlns:a16="http://schemas.microsoft.com/office/drawing/2014/main" id="{3D898790-75CB-E39D-6EAB-E302213E3F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7368" y="2852936"/>
            <a:ext cx="11106150" cy="3095625"/>
          </a:xfrm>
          <a:prstGeom prst="rect">
            <a:avLst/>
          </a:prstGeom>
        </p:spPr>
      </p:pic>
    </p:spTree>
    <p:extLst>
      <p:ext uri="{BB962C8B-B14F-4D97-AF65-F5344CB8AC3E}">
        <p14:creationId xmlns:p14="http://schemas.microsoft.com/office/powerpoint/2010/main" val="1370765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C26EC-19C6-6E3E-C7F0-ED440FFB235B}"/>
              </a:ext>
            </a:extLst>
          </p:cNvPr>
          <p:cNvSpPr>
            <a:spLocks noGrp="1"/>
          </p:cNvSpPr>
          <p:nvPr>
            <p:ph type="title"/>
          </p:nvPr>
        </p:nvSpPr>
        <p:spPr>
          <a:xfrm>
            <a:off x="615698" y="685800"/>
            <a:ext cx="3364992" cy="1996301"/>
          </a:xfrm>
        </p:spPr>
        <p:txBody>
          <a:bodyPr anchor="b">
            <a:normAutofit/>
          </a:bodyPr>
          <a:lstStyle/>
          <a:p>
            <a:r>
              <a:rPr lang="en-US" dirty="0"/>
              <a:t>Analysis plan</a:t>
            </a:r>
            <a:endParaRPr lang="en-ZA" dirty="0"/>
          </a:p>
        </p:txBody>
      </p:sp>
      <p:sp>
        <p:nvSpPr>
          <p:cNvPr id="3" name="Content Placeholder 2">
            <a:extLst>
              <a:ext uri="{FF2B5EF4-FFF2-40B4-BE49-F238E27FC236}">
                <a16:creationId xmlns:a16="http://schemas.microsoft.com/office/drawing/2014/main" id="{914F5FA8-8AC6-2B7A-DE6D-31B39C748C93}"/>
              </a:ext>
            </a:extLst>
          </p:cNvPr>
          <p:cNvSpPr>
            <a:spLocks noGrp="1"/>
          </p:cNvSpPr>
          <p:nvPr>
            <p:ph sz="quarter" idx="14"/>
          </p:nvPr>
        </p:nvSpPr>
        <p:spPr>
          <a:xfrm>
            <a:off x="615698" y="2880360"/>
            <a:ext cx="3364992" cy="3234856"/>
          </a:xfrm>
        </p:spPr>
        <p:txBody>
          <a:bodyPr>
            <a:normAutofit/>
          </a:bodyPr>
          <a:lstStyle/>
          <a:p>
            <a:pPr marL="342900" indent="-342900">
              <a:buAutoNum type="arabicPeriod"/>
            </a:pPr>
            <a:r>
              <a:rPr lang="en-US" dirty="0"/>
              <a:t>Project Plan</a:t>
            </a:r>
          </a:p>
          <a:p>
            <a:r>
              <a:rPr lang="en-US" dirty="0"/>
              <a:t> analysis process planning and process flow diagram  using Canva project timeline Gantt chart</a:t>
            </a:r>
          </a:p>
          <a:p>
            <a:endParaRPr lang="en-US" dirty="0"/>
          </a:p>
          <a:p>
            <a:endParaRPr lang="en-ZA" dirty="0"/>
          </a:p>
        </p:txBody>
      </p:sp>
      <p:pic>
        <p:nvPicPr>
          <p:cNvPr id="4" name="Picture 3">
            <a:extLst>
              <a:ext uri="{FF2B5EF4-FFF2-40B4-BE49-F238E27FC236}">
                <a16:creationId xmlns:a16="http://schemas.microsoft.com/office/drawing/2014/main" id="{87BBF61C-912C-7B15-9F87-7E438AA66C77}"/>
              </a:ext>
            </a:extLst>
          </p:cNvPr>
          <p:cNvPicPr>
            <a:picLocks noChangeAspect="1"/>
          </p:cNvPicPr>
          <p:nvPr/>
        </p:nvPicPr>
        <p:blipFill>
          <a:blip r:embed="rId2"/>
          <a:srcRect r="21758" b="-1"/>
          <a:stretch>
            <a:fillRect/>
          </a:stretch>
        </p:blipFill>
        <p:spPr>
          <a:xfrm>
            <a:off x="4607856" y="2"/>
            <a:ext cx="7584144" cy="6857996"/>
          </a:xfrm>
          <a:prstGeom prst="rect">
            <a:avLst/>
          </a:prstGeom>
          <a:noFill/>
        </p:spPr>
      </p:pic>
    </p:spTree>
    <p:extLst>
      <p:ext uri="{BB962C8B-B14F-4D97-AF65-F5344CB8AC3E}">
        <p14:creationId xmlns:p14="http://schemas.microsoft.com/office/powerpoint/2010/main" val="2072190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76A49-EAD4-5DDE-3C3A-941B41A632B8}"/>
              </a:ext>
            </a:extLst>
          </p:cNvPr>
          <p:cNvSpPr>
            <a:spLocks noGrp="1"/>
          </p:cNvSpPr>
          <p:nvPr>
            <p:ph type="title"/>
          </p:nvPr>
        </p:nvSpPr>
        <p:spPr>
          <a:xfrm>
            <a:off x="609599" y="685800"/>
            <a:ext cx="4572002" cy="1371264"/>
          </a:xfrm>
        </p:spPr>
        <p:txBody>
          <a:bodyPr anchor="b">
            <a:normAutofit/>
          </a:bodyPr>
          <a:lstStyle/>
          <a:p>
            <a:r>
              <a:rPr lang="en-US" sz="5000"/>
              <a:t>Analysis Plan</a:t>
            </a:r>
            <a:endParaRPr lang="en-ZA" sz="5000"/>
          </a:p>
        </p:txBody>
      </p:sp>
      <p:sp>
        <p:nvSpPr>
          <p:cNvPr id="10" name="Content Placeholder 2">
            <a:extLst>
              <a:ext uri="{FF2B5EF4-FFF2-40B4-BE49-F238E27FC236}">
                <a16:creationId xmlns:a16="http://schemas.microsoft.com/office/drawing/2014/main" id="{36037617-A871-BEBC-25FB-A627C4E475AE}"/>
              </a:ext>
            </a:extLst>
          </p:cNvPr>
          <p:cNvSpPr>
            <a:spLocks noGrp="1"/>
          </p:cNvSpPr>
          <p:nvPr>
            <p:ph sz="quarter" idx="14"/>
          </p:nvPr>
        </p:nvSpPr>
        <p:spPr>
          <a:xfrm>
            <a:off x="609599" y="2286000"/>
            <a:ext cx="4561666" cy="3886200"/>
          </a:xfrm>
        </p:spPr>
        <p:txBody>
          <a:bodyPr>
            <a:normAutofit/>
          </a:bodyPr>
          <a:lstStyle/>
          <a:p>
            <a:r>
              <a:rPr lang="en-US" dirty="0"/>
              <a:t>2. </a:t>
            </a:r>
            <a:r>
              <a:rPr lang="en-US" b="1" dirty="0"/>
              <a:t>Data processing</a:t>
            </a:r>
          </a:p>
          <a:p>
            <a:pPr marL="285750" indent="-285750">
              <a:buFont typeface="Arial" panose="020B0604020202020204" pitchFamily="34" charset="0"/>
              <a:buChar char="•"/>
            </a:pPr>
            <a:r>
              <a:rPr lang="en-US" dirty="0"/>
              <a:t>Databricks</a:t>
            </a:r>
          </a:p>
          <a:p>
            <a:r>
              <a:rPr lang="en-US" dirty="0"/>
              <a:t>3</a:t>
            </a:r>
            <a:r>
              <a:rPr lang="en-US" b="1" dirty="0"/>
              <a:t>. Data Visualization</a:t>
            </a:r>
          </a:p>
          <a:p>
            <a:pPr marL="285750" indent="-285750">
              <a:buFont typeface="Arial" panose="020B0604020202020204" pitchFamily="34" charset="0"/>
              <a:buChar char="•"/>
            </a:pPr>
            <a:r>
              <a:rPr lang="en-US" dirty="0"/>
              <a:t>Lovable AI for dashboards creation</a:t>
            </a:r>
          </a:p>
          <a:p>
            <a:pPr marL="285750" indent="-285750">
              <a:buFont typeface="Arial" panose="020B0604020202020204" pitchFamily="34" charset="0"/>
              <a:buChar char="•"/>
            </a:pPr>
            <a:r>
              <a:rPr lang="en-US" dirty="0"/>
              <a:t>Databricks dashboards</a:t>
            </a:r>
          </a:p>
          <a:p>
            <a:pPr marL="285750" indent="-285750">
              <a:buFont typeface="Arial" panose="020B0604020202020204" pitchFamily="34" charset="0"/>
              <a:buChar char="•"/>
            </a:pPr>
            <a:r>
              <a:rPr lang="en-US" dirty="0"/>
              <a:t>Data studio</a:t>
            </a:r>
          </a:p>
          <a:p>
            <a:pPr marL="285750" indent="-285750">
              <a:buFont typeface="Arial" panose="020B0604020202020204" pitchFamily="34" charset="0"/>
              <a:buChar char="•"/>
            </a:pPr>
            <a:r>
              <a:rPr lang="en-US" dirty="0"/>
              <a:t>Microsoft Excel</a:t>
            </a:r>
          </a:p>
          <a:p>
            <a:pPr marL="285750" indent="-285750">
              <a:buFont typeface="Arial" panose="020B0604020202020204" pitchFamily="34" charset="0"/>
              <a:buChar char="•"/>
            </a:pPr>
            <a:endParaRPr lang="en-US" dirty="0"/>
          </a:p>
          <a:p>
            <a:r>
              <a:rPr lang="en-US" dirty="0"/>
              <a:t>4.  </a:t>
            </a:r>
            <a:r>
              <a:rPr lang="en-US" b="1" dirty="0"/>
              <a:t>Presentation</a:t>
            </a:r>
          </a:p>
          <a:p>
            <a:pPr marL="285750" indent="-285750">
              <a:buFont typeface="Arial" panose="020B0604020202020204" pitchFamily="34" charset="0"/>
              <a:buChar char="•"/>
            </a:pPr>
            <a:r>
              <a:rPr lang="en-US" dirty="0"/>
              <a:t>Microsoft PowerPoint</a:t>
            </a:r>
            <a:endParaRPr lang="en-ZA" dirty="0"/>
          </a:p>
        </p:txBody>
      </p:sp>
      <p:pic>
        <p:nvPicPr>
          <p:cNvPr id="5" name="Picture 4" descr="Financial graphs on a dark display">
            <a:extLst>
              <a:ext uri="{FF2B5EF4-FFF2-40B4-BE49-F238E27FC236}">
                <a16:creationId xmlns:a16="http://schemas.microsoft.com/office/drawing/2014/main" id="{9BF035AF-6B50-2300-148F-5AC8D1556D2D}"/>
              </a:ext>
            </a:extLst>
          </p:cNvPr>
          <p:cNvPicPr>
            <a:picLocks noChangeAspect="1"/>
          </p:cNvPicPr>
          <p:nvPr/>
        </p:nvPicPr>
        <p:blipFill>
          <a:blip r:embed="rId2"/>
          <a:srcRect l="17976" r="23785"/>
          <a:stretch>
            <a:fillRect/>
          </a:stretch>
        </p:blipFill>
        <p:spPr>
          <a:xfrm>
            <a:off x="5801536" y="10"/>
            <a:ext cx="6390464" cy="6857990"/>
          </a:xfrm>
          <a:prstGeom prst="rect">
            <a:avLst/>
          </a:prstGeom>
          <a:noFill/>
        </p:spPr>
      </p:pic>
    </p:spTree>
    <p:extLst>
      <p:ext uri="{BB962C8B-B14F-4D97-AF65-F5344CB8AC3E}">
        <p14:creationId xmlns:p14="http://schemas.microsoft.com/office/powerpoint/2010/main" val="3466438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64DCE-0DFC-C6AE-8F09-9B8BB56098FA}"/>
              </a:ext>
            </a:extLst>
          </p:cNvPr>
          <p:cNvSpPr>
            <a:spLocks noGrp="1"/>
          </p:cNvSpPr>
          <p:nvPr>
            <p:ph type="title"/>
          </p:nvPr>
        </p:nvSpPr>
        <p:spPr/>
        <p:txBody>
          <a:bodyPr/>
          <a:lstStyle/>
          <a:p>
            <a:r>
              <a:rPr lang="en-US" sz="3200" b="1" dirty="0"/>
              <a:t>Viewership analysis</a:t>
            </a:r>
            <a:endParaRPr lang="en-ZA" sz="3200" b="1" dirty="0"/>
          </a:p>
        </p:txBody>
      </p:sp>
      <p:sp>
        <p:nvSpPr>
          <p:cNvPr id="10" name="Content Placeholder 9">
            <a:extLst>
              <a:ext uri="{FF2B5EF4-FFF2-40B4-BE49-F238E27FC236}">
                <a16:creationId xmlns:a16="http://schemas.microsoft.com/office/drawing/2014/main" id="{2B05DE32-A739-41E5-0729-7D22AD5A7D1B}"/>
              </a:ext>
            </a:extLst>
          </p:cNvPr>
          <p:cNvSpPr>
            <a:spLocks noGrp="1"/>
          </p:cNvSpPr>
          <p:nvPr>
            <p:ph sz="quarter" idx="14"/>
          </p:nvPr>
        </p:nvSpPr>
        <p:spPr>
          <a:xfrm>
            <a:off x="609599" y="2250544"/>
            <a:ext cx="4561666" cy="3886200"/>
          </a:xfrm>
        </p:spPr>
        <p:txBody>
          <a:bodyPr/>
          <a:lstStyle/>
          <a:p>
            <a:pPr algn="ctr"/>
            <a:r>
              <a:rPr lang="en-US" b="1" dirty="0"/>
              <a:t>Chanell Insights</a:t>
            </a:r>
          </a:p>
          <a:p>
            <a:endParaRPr lang="en-US" dirty="0"/>
          </a:p>
          <a:p>
            <a:pPr marL="285750" indent="-285750">
              <a:buFont typeface="Arial" panose="020B0604020202020204" pitchFamily="34" charset="0"/>
              <a:buChar char="•"/>
            </a:pPr>
            <a:r>
              <a:rPr lang="en-US" dirty="0"/>
              <a:t>There are 21 TV channels.</a:t>
            </a:r>
          </a:p>
          <a:p>
            <a:pPr marL="285750" indent="-285750">
              <a:buFont typeface="Arial" panose="020B0604020202020204" pitchFamily="34" charset="0"/>
              <a:buChar char="•"/>
            </a:pPr>
            <a:r>
              <a:rPr lang="en-US" dirty="0"/>
              <a:t>The total number of TV views is 10.0K over the 4 months period.</a:t>
            </a:r>
          </a:p>
          <a:p>
            <a:pPr marL="285750" indent="-285750">
              <a:buFont typeface="Arial" panose="020B0604020202020204" pitchFamily="34" charset="0"/>
              <a:buChar char="•"/>
            </a:pPr>
            <a:r>
              <a:rPr lang="en-US" dirty="0"/>
              <a:t>The most viewed channel is SuperSport Live Event and ICC Cricket World cup 2011 then channel O music.</a:t>
            </a:r>
          </a:p>
          <a:p>
            <a:pPr marL="285750" indent="-285750">
              <a:buFont typeface="Arial" panose="020B0604020202020204" pitchFamily="34" charset="0"/>
              <a:buChar char="•"/>
            </a:pPr>
            <a:endParaRPr lang="en-ZA" dirty="0"/>
          </a:p>
        </p:txBody>
      </p:sp>
      <p:pic>
        <p:nvPicPr>
          <p:cNvPr id="12" name="Picture 11">
            <a:extLst>
              <a:ext uri="{FF2B5EF4-FFF2-40B4-BE49-F238E27FC236}">
                <a16:creationId xmlns:a16="http://schemas.microsoft.com/office/drawing/2014/main" id="{180F3BDF-E369-B28B-B20F-DAD67DAD4390}"/>
              </a:ext>
            </a:extLst>
          </p:cNvPr>
          <p:cNvPicPr>
            <a:picLocks noChangeAspect="1"/>
          </p:cNvPicPr>
          <p:nvPr/>
        </p:nvPicPr>
        <p:blipFill>
          <a:blip r:embed="rId2"/>
          <a:stretch>
            <a:fillRect/>
          </a:stretch>
        </p:blipFill>
        <p:spPr>
          <a:xfrm>
            <a:off x="5591944" y="2057040"/>
            <a:ext cx="5761219" cy="2877561"/>
          </a:xfrm>
          <a:prstGeom prst="rect">
            <a:avLst/>
          </a:prstGeom>
        </p:spPr>
      </p:pic>
    </p:spTree>
    <p:extLst>
      <p:ext uri="{BB962C8B-B14F-4D97-AF65-F5344CB8AC3E}">
        <p14:creationId xmlns:p14="http://schemas.microsoft.com/office/powerpoint/2010/main" val="2297745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304FC-48C8-CB93-6211-8483B5CFBFD0}"/>
              </a:ext>
            </a:extLst>
          </p:cNvPr>
          <p:cNvSpPr>
            <a:spLocks noGrp="1"/>
          </p:cNvSpPr>
          <p:nvPr>
            <p:ph type="title"/>
          </p:nvPr>
        </p:nvSpPr>
        <p:spPr>
          <a:xfrm>
            <a:off x="119336" y="3884476"/>
            <a:ext cx="3044954" cy="1622206"/>
          </a:xfrm>
        </p:spPr>
        <p:txBody>
          <a:bodyPr anchor="b">
            <a:normAutofit/>
          </a:bodyPr>
          <a:lstStyle/>
          <a:p>
            <a:r>
              <a:rPr lang="en-US" sz="2200" dirty="0"/>
              <a:t>Recommendations &amp; Key insights</a:t>
            </a:r>
            <a:endParaRPr lang="en-ZA" sz="2200" dirty="0"/>
          </a:p>
        </p:txBody>
      </p:sp>
      <p:pic>
        <p:nvPicPr>
          <p:cNvPr id="14" name="Picture Placeholder 13">
            <a:extLst>
              <a:ext uri="{FF2B5EF4-FFF2-40B4-BE49-F238E27FC236}">
                <a16:creationId xmlns:a16="http://schemas.microsoft.com/office/drawing/2014/main" id="{D25B3BBE-9CD8-CA59-2A8A-AD7D0693B30C}"/>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tretch/>
        </p:blipFill>
        <p:spPr>
          <a:xfrm>
            <a:off x="-1" y="30025"/>
            <a:ext cx="12192000" cy="3383281"/>
          </a:xfrm>
          <a:prstGeom prst="rect">
            <a:avLst/>
          </a:prstGeom>
          <a:noFill/>
        </p:spPr>
      </p:pic>
      <p:sp>
        <p:nvSpPr>
          <p:cNvPr id="19" name="Content Placeholder 3">
            <a:extLst>
              <a:ext uri="{FF2B5EF4-FFF2-40B4-BE49-F238E27FC236}">
                <a16:creationId xmlns:a16="http://schemas.microsoft.com/office/drawing/2014/main" id="{E2711CF9-2445-2387-2D66-9B8D9DE8EAB2}"/>
              </a:ext>
            </a:extLst>
          </p:cNvPr>
          <p:cNvSpPr>
            <a:spLocks noGrp="1"/>
          </p:cNvSpPr>
          <p:nvPr>
            <p:ph sz="quarter" idx="14"/>
          </p:nvPr>
        </p:nvSpPr>
        <p:spPr>
          <a:xfrm>
            <a:off x="3647728" y="3573016"/>
            <a:ext cx="7747247" cy="2245127"/>
          </a:xfrm>
        </p:spPr>
        <p:txBody>
          <a:bodyPr/>
          <a:lstStyle/>
          <a:p>
            <a:r>
              <a:rPr lang="en-US" b="1" dirty="0">
                <a:highlight>
                  <a:srgbClr val="FFFF00"/>
                </a:highlight>
              </a:rPr>
              <a:t>Business Recommendations</a:t>
            </a:r>
          </a:p>
          <a:p>
            <a:r>
              <a:rPr lang="en-ZA" dirty="0"/>
              <a:t>Schedule premium content during peak viewing hours. Invest more in high-performing TV channels. Improve underperforming channels through refreshed content. Personalize recommendations based on viewer demographics. Increase customer engagement through email and social media campaigns.</a:t>
            </a:r>
          </a:p>
          <a:p>
            <a:r>
              <a:rPr lang="en-ZA" b="1" dirty="0">
                <a:highlight>
                  <a:srgbClr val="FFFF00"/>
                </a:highlight>
              </a:rPr>
              <a:t>Key Insights</a:t>
            </a:r>
          </a:p>
          <a:p>
            <a:r>
              <a:rPr lang="en-ZA" dirty="0"/>
              <a:t>Viewership changes throughout the </a:t>
            </a:r>
            <a:r>
              <a:rPr lang="en-ZA" dirty="0" err="1"/>
              <a:t>year,indicating</a:t>
            </a:r>
            <a:r>
              <a:rPr lang="en-ZA" dirty="0"/>
              <a:t> seasonal viewing patterns. A small number of TV channels generate the highest engagement. Peak viewing occurs during specific hours of the day. Certain regions contribute a larger share of viewers. Audience demographics provide opportunities for targeted content and marketing campaigns.</a:t>
            </a:r>
            <a:endParaRPr lang="en-US" dirty="0"/>
          </a:p>
        </p:txBody>
      </p:sp>
    </p:spTree>
    <p:extLst>
      <p:ext uri="{BB962C8B-B14F-4D97-AF65-F5344CB8AC3E}">
        <p14:creationId xmlns:p14="http://schemas.microsoft.com/office/powerpoint/2010/main" val="1976620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69B70-A591-800D-39D2-CB1BE38C96D3}"/>
              </a:ext>
            </a:extLst>
          </p:cNvPr>
          <p:cNvSpPr>
            <a:spLocks noGrp="1"/>
          </p:cNvSpPr>
          <p:nvPr>
            <p:ph type="title"/>
          </p:nvPr>
        </p:nvSpPr>
        <p:spPr>
          <a:xfrm>
            <a:off x="612648" y="685800"/>
            <a:ext cx="8226424" cy="2383160"/>
          </a:xfrm>
        </p:spPr>
        <p:txBody>
          <a:bodyPr/>
          <a:lstStyle/>
          <a:p>
            <a:r>
              <a:rPr lang="en-US" dirty="0"/>
              <a:t>Conclusion</a:t>
            </a:r>
            <a:endParaRPr lang="en-ZA" dirty="0"/>
          </a:p>
        </p:txBody>
      </p:sp>
      <p:sp>
        <p:nvSpPr>
          <p:cNvPr id="3" name="Content Placeholder 2">
            <a:extLst>
              <a:ext uri="{FF2B5EF4-FFF2-40B4-BE49-F238E27FC236}">
                <a16:creationId xmlns:a16="http://schemas.microsoft.com/office/drawing/2014/main" id="{4023328D-56EC-E15E-A403-B17941D95A1D}"/>
              </a:ext>
            </a:extLst>
          </p:cNvPr>
          <p:cNvSpPr>
            <a:spLocks noGrp="1"/>
          </p:cNvSpPr>
          <p:nvPr>
            <p:ph sz="quarter" idx="14"/>
          </p:nvPr>
        </p:nvSpPr>
        <p:spPr>
          <a:xfrm>
            <a:off x="612648" y="3825641"/>
            <a:ext cx="8226424" cy="1608008"/>
          </a:xfrm>
        </p:spPr>
        <p:txBody>
          <a:bodyPr/>
          <a:lstStyle/>
          <a:p>
            <a:r>
              <a:rPr lang="en-ZA" dirty="0"/>
              <a:t>"This analysis demonstrates how data can be used to better understand viewer behaviour and improve business performance. By leveraging these insights, </a:t>
            </a:r>
            <a:r>
              <a:rPr lang="en-ZA" dirty="0" err="1"/>
              <a:t>BrightTV</a:t>
            </a:r>
            <a:r>
              <a:rPr lang="en-ZA" dirty="0"/>
              <a:t> can optimize content strategy, strengthen customer engagement, and support sustainable growth."</a:t>
            </a:r>
          </a:p>
        </p:txBody>
      </p:sp>
    </p:spTree>
    <p:extLst>
      <p:ext uri="{BB962C8B-B14F-4D97-AF65-F5344CB8AC3E}">
        <p14:creationId xmlns:p14="http://schemas.microsoft.com/office/powerpoint/2010/main" val="3191407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EA951D-D941-30C6-1093-FD4777DF32EB}"/>
              </a:ext>
            </a:extLst>
          </p:cNvPr>
          <p:cNvSpPr>
            <a:spLocks noGrp="1"/>
          </p:cNvSpPr>
          <p:nvPr>
            <p:ph sz="quarter" idx="13"/>
          </p:nvPr>
        </p:nvSpPr>
        <p:spPr>
          <a:xfrm>
            <a:off x="622479" y="685800"/>
            <a:ext cx="9140953" cy="2527176"/>
          </a:xfrm>
        </p:spPr>
        <p:txBody>
          <a:bodyPr/>
          <a:lstStyle/>
          <a:p>
            <a:r>
              <a:rPr lang="en-US" dirty="0"/>
              <a:t>                  Q &amp; A</a:t>
            </a:r>
          </a:p>
          <a:p>
            <a:endParaRPr lang="en-US"/>
          </a:p>
          <a:p>
            <a:r>
              <a:rPr lang="en-US"/>
              <a:t>Thank </a:t>
            </a:r>
            <a:r>
              <a:rPr lang="en-US" dirty="0"/>
              <a:t>you</a:t>
            </a:r>
          </a:p>
          <a:p>
            <a:endParaRPr lang="en-ZA" dirty="0"/>
          </a:p>
        </p:txBody>
      </p:sp>
      <p:sp>
        <p:nvSpPr>
          <p:cNvPr id="3" name="Title 2">
            <a:extLst>
              <a:ext uri="{FF2B5EF4-FFF2-40B4-BE49-F238E27FC236}">
                <a16:creationId xmlns:a16="http://schemas.microsoft.com/office/drawing/2014/main" id="{015E5652-C366-7F81-5C5C-00804E2B6E48}"/>
              </a:ext>
            </a:extLst>
          </p:cNvPr>
          <p:cNvSpPr>
            <a:spLocks noGrp="1"/>
          </p:cNvSpPr>
          <p:nvPr>
            <p:ph type="title"/>
          </p:nvPr>
        </p:nvSpPr>
        <p:spPr/>
        <p:txBody>
          <a:bodyPr/>
          <a:lstStyle/>
          <a:p>
            <a:r>
              <a:rPr lang="en-US" dirty="0"/>
              <a:t>By Hitekani Masingi</a:t>
            </a:r>
            <a:endParaRPr lang="en-ZA" dirty="0"/>
          </a:p>
        </p:txBody>
      </p:sp>
    </p:spTree>
    <p:extLst>
      <p:ext uri="{BB962C8B-B14F-4D97-AF65-F5344CB8AC3E}">
        <p14:creationId xmlns:p14="http://schemas.microsoft.com/office/powerpoint/2010/main" val="3793947781"/>
      </p:ext>
    </p:extLst>
  </p:cSld>
  <p:clrMapOvr>
    <a:masterClrMapping/>
  </p:clrMapOvr>
</p:sld>
</file>

<file path=ppt/theme/theme1.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_fcaeb239-e0ad-43c4-9739-4084ddd7c62f_wac_v2" id="{21E82CDE-DB0F-446A-AB1C-C548E4C4E61C}" vid="{FC4C4127-EA88-45F9-9442-09B36E6C916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2" ma:contentTypeDescription="Create a new document." ma:contentTypeScope="" ma:versionID="0635a23c60cc3de58ab4c1efc88efc6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b2ec4e1d644ed04c8d3fd0ef60d056a4"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element name="HasDigitalSignature" ma:index="34" nillable="true" ma:displayName="Signed electronically" ma:internalName="HasDigitalSignature" ma:readOnly="true">
      <xsd:simpleType>
        <xsd:restriction base="dms:Boolean"/>
      </xsd:simpleType>
    </xsd:element>
    <xsd:element name="DigitalSignatureProvider" ma:index="35"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EA42C18-4C38-43BB-8CE3-C963EDA9CBB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0DE0AE46-2EED-447A-8B24-DFD65B70D448}">
  <ds:schemaRefs>
    <ds:schemaRef ds:uri="http://schemas.microsoft.com/sharepoint/v3/contenttype/forms"/>
  </ds:schemaRefs>
</ds:datastoreItem>
</file>

<file path=customXml/itemProps3.xml><?xml version="1.0" encoding="utf-8"?>
<ds:datastoreItem xmlns:ds="http://schemas.openxmlformats.org/officeDocument/2006/customXml" ds:itemID="{CC3B381C-6232-408C-B65A-8475398E4C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{C8B1A792-D636-48AA-B36E-FD373AA1CA18}0f45c1b8-b519-4737-8f12-a18148944ef7-TFfcaeb239-e0ad-43c4-9739-4084ddd7c62fe496f549_win32</Template>
  <TotalTime>296</TotalTime>
  <Words>328</Words>
  <Application>Microsoft Office PowerPoint</Application>
  <PresentationFormat>Widescreen</PresentationFormat>
  <Paragraphs>42</Paragraphs>
  <Slides>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Bahnschrift SemiLight</vt:lpstr>
      <vt:lpstr>Blockwork elegance</vt:lpstr>
      <vt:lpstr>BRIGHT TV ANALYSIS</vt:lpstr>
      <vt:lpstr>Contents</vt:lpstr>
      <vt:lpstr>introduction</vt:lpstr>
      <vt:lpstr>Analysis plan</vt:lpstr>
      <vt:lpstr>Analysis Plan</vt:lpstr>
      <vt:lpstr>Viewership analysis</vt:lpstr>
      <vt:lpstr>Recommendations &amp; Key insights</vt:lpstr>
      <vt:lpstr>Conclusion</vt:lpstr>
      <vt:lpstr>By Hitekani Masingi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Hitekani Tredah Masingi</dc:creator>
  <cp:lastModifiedBy>Hitekani Tredah Masingi</cp:lastModifiedBy>
  <cp:revision>1</cp:revision>
  <dcterms:created xsi:type="dcterms:W3CDTF">2026-07-07T12:37:17Z</dcterms:created>
  <dcterms:modified xsi:type="dcterms:W3CDTF">2026-07-15T10:17:34Z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